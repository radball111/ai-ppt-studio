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7ED"/>
                </a:solidFill>
              </a:defRPr>
            </a:pPr>
            <a:r>
              <a:t>你以为的常识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7ED"/>
                </a:solidFill>
              </a:defRPr>
            </a:pPr>
            <a:r>
              <a:t>其实是错的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反直觉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7ED"/>
                </a:solidFill>
              </a:defRPr>
            </a:pPr>
            <a:r>
              <a:t>大多数人错了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7ED"/>
                </a:solidFill>
              </a:defRPr>
            </a:pPr>
            <a:r>
              <a:t>测试中常见错误认知颠覆直觉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80%错误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7ED"/>
                </a:solidFill>
              </a:defRPr>
            </a:pPr>
            <a:r>
              <a:t>数据不会说谎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7ED"/>
                </a:solidFill>
              </a:defRPr>
            </a:pPr>
            <a:r>
              <a:t>核心对比与趋势揭示真相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真相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7ED"/>
                </a:solidFill>
              </a:defRPr>
            </a:pPr>
            <a:r>
              <a:t>认知偏差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7ED"/>
                </a:solidFill>
              </a:defRPr>
            </a:pPr>
            <a:r>
              <a:t>信息茧房让我们误判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偏差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7ED"/>
                </a:solidFill>
              </a:defRPr>
            </a:pPr>
            <a:r>
              <a:t>换个角度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7ED"/>
                </a:solidFill>
              </a:defRPr>
            </a:pPr>
            <a:r>
              <a:t>重新定义测试，抓住本质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新视角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7ED"/>
                </a:solidFill>
              </a:defRPr>
            </a:pPr>
            <a:r>
              <a:t>三步法改变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7ED"/>
                </a:solidFill>
              </a:defRPr>
            </a:pPr>
            <a:r>
              <a:t>日常实践，从测试开始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行动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